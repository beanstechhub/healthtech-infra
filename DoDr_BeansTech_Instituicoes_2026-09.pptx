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por resposta</c:v>
                </c:pt>
              </c:strCache>
            </c:strRef>
          </c:tx>
          <c:spPr>
            <a:solidFill>
              <a:srgbClr val="155E56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1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5E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5E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B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5E5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10 mil/mês</c:v>
                  </c:pt>
                  <c:pt idx="1">
                    <c:v>25 mil/mês</c:v>
                  </c:pt>
                  <c:pt idx="2">
                    <c:v>50 mil/mês</c:v>
                  </c:pt>
                  <c:pt idx="3">
                    <c:v>100 mil/mês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0.19</c:v>
                </c:pt>
                <c:pt idx="2">
                  <c:v>0.12</c:v>
                </c:pt>
                <c:pt idx="3">
                  <c:v>0.07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1821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F6F6C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F6F6C"/>
                    </a:solidFill>
                    <a:latin typeface="Arial"/>
                  </a:rPr>
                  <a:t>respostas aprovadas por mês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F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DC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F6F6C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F6F6C"/>
                    </a:solidFill>
                    <a:latin typeface="Arial"/>
                  </a:rPr>
                  <a:t>US$ / resposta (infra rateada + GPU)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F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DoDr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Medicina com evidência.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brasileira de IA clínica que só responde o que consegue citar — modelos abertos, dado em São Paulo, trilha auditável.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2926080" cy="0"/>
          </a:xfrm>
          <a:prstGeom prst="line">
            <a:avLst/>
          </a:prstGeom>
          <a:noFill/>
          <a:ln w="25400">
            <a:solidFill>
              <a:srgbClr val="D97B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validação clínica — Hospital Israelita Albert Einstein · São Luiz / Rede D'Or · Notre Dame Intermédica · SulAmérica · CRM-SP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 de 2026 · BeansTech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uma tela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BeansTech traz — e o que não traz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103120" y="189280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entre a pergunta e a resposta — nenhuma delas é 'confie no modelo'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8229600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103120" y="294436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portais médicos já no ar em ECS São Paulo (dodr.ai, exame.tech, prontuario.tech…)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8229600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86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2103120" y="399592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de dado clínico fora do Brasil: recuperação, PII e verificação rodam em SP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8229600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937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103120" y="504748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de modelo, todos de peso aberto (Apache-2.0 / MIT) — trocáveis sem perder o acervo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0" y="1783080"/>
            <a:ext cx="2514600" cy="411480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920240"/>
            <a:ext cx="2194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diagnóstico autônomo.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o prontuário.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usa dado do paciente para treinar.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responde sem trecho de fonte autorizada.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um chat genérico não serve ao hospital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falhas estruturais das APIs de IA generativa no uso clínico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Alucina com confiança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linguagem completam texto; não sabem o que não sabem. Dose, nome comercial e referência inventados saem com a mesma fluência de um fato.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1737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29768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sem avisar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97680" y="32004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pergunta, seis meses depois, pode ter outra resposta — o modelo no servidor do fornecedor foi trocado. Pesquisa e protocolo deixam de ser reprodutíveis.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1737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0467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 o dado embora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46720" y="32004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com histórico do paciente atravessa o Atlântico. LGPD art. 11 e o sigilo médico passam a depender de contrato com terceiro estrangeiro.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5349240"/>
            <a:ext cx="12188952" cy="77724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4406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resposta da BeansTech não é um modelo melhor. É uma cadeia em que o modelo é a peça menos confiável — e é tratado como tal.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cadeia anti-alucinação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camadas, em ordem fixa. Sem trecho recuperado, nenhum modelo é chamado.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83080" cy="96012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74520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RagMed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híbrida (BM25 + vetorial) no acervo autorizado — PCDT, Anvisa, SciELO — em Elasticsearch, São Paulo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13432" y="20116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23160" y="1828800"/>
            <a:ext cx="1783080" cy="96012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874520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Síntese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8880" y="2926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rápido escreve só sobre os trechos, com citação por afirmação (JSON)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87952" y="20116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97680" y="1828800"/>
            <a:ext cx="1783080" cy="96012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874520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Identidade &amp; cota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2926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pergunta, por qual tenant, com que orçamento — PolarDB, São Paulo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62472" y="20116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1783080" cy="96012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874520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Segredos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chave em código: KMS 3.0, credenciais renderizadas por papel da máquina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36992" y="20116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46720" y="1828800"/>
            <a:ext cx="1783080" cy="96012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1874520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Verificação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2440" y="2926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afirmação é conferida contra o trecho citado (reranker médico, CPU em SP); PII removida antes de qualquer modelo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811512" y="201168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921240" y="1828800"/>
            <a:ext cx="1783080" cy="96012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30968" y="1874520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Excelência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66960" y="2926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difícil ou síntese fraca → modelo de 235B refaz a resposta sobre os mesmos trechos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</a:t>
            </a:r>
            <a:pPr indent="0" marL="0">
              <a:buNone/>
            </a:pPr>
            <a:r>
              <a:rPr lang="en-US" sz="1500" b="1" dirty="0">
                <a:solidFill>
                  <a:srgbClr val="D9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· partial · insufficient</a:t>
            </a:r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resposta diz o que sustenta, o que falta e de onde veio (documento, revisão, página). Afirmação sem suporte é removida, não suavizada.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healthtech/shared/evidence-chain (BeansTech, 2026); RAGMED — portal, dados e fluxos §6–9.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médico recebe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afirmação carrega sua prova. Exemplo ilustrativo do contrato de resposta.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675120" cy="402336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874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pediátrica de dipirona por via oral?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514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dose habitual em crianças é 10–15 mg/kg por dose, até 4 vezes ao dia. [1]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[1]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3154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 profissional — Anvisa · registro · revisão sha256:9c1e… · p. 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(0,91 — verificador medpubr)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Aplicabilidade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4434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Crianças &gt; 3 meses; não cobre insuficiência renal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Faltou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5074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do paciente para calcular a dose absoluta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89520" y="1737360"/>
            <a:ext cx="4069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profissional abre o trecho original, compara versões e vê onde o conhecimento termina.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Auditoria: resposta → trechos → documento → revisão. Reprodutível meses depois.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API serve IAs parceiras e sistemas do hospital (OpenAPI, token por tenant).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Abstenção é resposta válida: "insufficient" em vez de chute.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Ilustrativo — valores e citação de exemplo; o formato é o do contrato JSON de resposta (RAGMED §9).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cada coisa roda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clínico em São Paulo. Para fora vai texto sem identificação — e só quando há trecho.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760720" cy="402336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105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 (sa-east-1) — Alibaba Cloud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sites + BeansTech ID + CMS · Caddy/TLS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 9.5 (RagMed) · 4 TB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17 · restauração a qualquer segundo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PolarDB MySQL · 2 nós · failover automático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medpubr: BGE-M3, reranker, PII/NER — CPU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5029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3.0 · backups cifrados em OSS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1737360"/>
            <a:ext cx="4709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Singapura — modelos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22402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Studio (Qwen) — síntese rápida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ECS 2×L20: medgemma 27B · Lingshu-32B · Baichuan-M2 · guardrails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3749040"/>
            <a:ext cx="4709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822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Virgínia — excelência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425196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Baichuan-M3-235B (Qwen3-MoE, Apache-2.0) em 4× L20 — INT4 oficial, contexto 32k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Acionado só em caso difícil; recebe os trechos, nunca o prontuário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removida 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 verificado por API na conta Alibaba Cloud em 13–15/09/2026 (ALIBABA-HEALTHTECH-2026-09.md).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níveis de modelo — todos de peso aberto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Substituíveis sem perder o acervo, o benchmark ou a trilha. Escolha por medição, não por marca.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1828800"/>
                <a:gridCol w="3017520"/>
                <a:gridCol w="1673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Licença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Rápido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(Model Studio)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Alibaba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Síntese com citações; volume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Singapura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MedGemma 27B · Granite Guardian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/ Apache-2.0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clínica; guardrails; PT-BR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Singapura, GPU própria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Lingshu-32B · Lingshu-I-8B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Imagem médica + texto (candidatos)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Singapura, GPU própria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Excelência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Baichuan-M3-235B (Qwen3-MoE)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Apache-2.0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 difíceis; segunda síntese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Virgínia, 4× L20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92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Embeddings: </a:t>
            </a:r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(multilíngue) como padrão; MedCPT e Qwen3-Embedding-Medical em avaliação por recall PT→PT e PT→EN. </a:t>
            </a:r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</a:t>
            </a:r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entra por benchmark cego com revisão clínica; concordância entre modelos não substitui evidência.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Licenças conferidas nas model cards (Hugging Face) em 15/09/2026. Lingshu e Baichuan-M3 em implantação; desempenho clínico ainda não medido.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Conformidade desde o desenho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anexo jurídico: são controles já implantados e verificáveis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única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6654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ID (Keycloak, OIDC): senha Argon2, TOTP obrigatório para profissional, passkeys; pronto para gov.br e certificado ICP-Brasil; SSO da instituição por SAML/OIDC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1051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06654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3.0: nenhuma credencial em código ou disco; rotação sem redeploy manual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clínicos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39242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em SP com arquivamento contínuo cifrado (AES-256): restauração a qualquer ponto no tempo — perda máxima ≈ 5 min; ensaio de restauração executado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13639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39242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acesso, chave de API e cada resposta (trechos, modelo, versão) auditáveis — LGPD art. 37; sigilo profissional (CFM)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89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Minimização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71830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removida antes de qualquer modelo; treinamento com dado de paciente: nunca por padrão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446227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389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Resiliência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71830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diários, backups sem permissão de exclusão, alarmes 24×7, réplica de GPU por imagem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verificado em 15/09/2026. Adequação regulatória específica (CFM, ANS, CEP/CONEP) é definida com cada instituição no piloto.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conceito: está no 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verificáveis em 15 de setembro de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dodr.ai · app.dodr.ai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4612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exame.tech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prontuario.tech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drogaria.tech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beanshealth.com.br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4612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portaldodentista.ai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drhealth.tech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petiq.tech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id.beanstech.com.br (login)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cms.beanstech.com.br (conteúdo)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0" cy="393192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737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7498080" y="1874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GPU próprias (2 em Singapura, 1 em Virgínia) com modelos médicos residentes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09360" y="30632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7498080" y="3200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bancos Postgres + identidade gerenciada, com restauração a ponto no tempo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09360" y="4389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7498080" y="4526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de evidência compartilhada por todos os portais e pela API para parceiros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Verificação: HTTP 200 nos domínios, inventário de ECS/PolarDB/KMS por API — ALIBABA-HEALTHTECH-2026-09.md §3, §9, §10, §13.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mesmo motor, cinco usos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propomos validar com cada instituição — e o que ela ganha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926080"/>
                <a:gridCol w="2679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Instituição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proposto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Ganho esperado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validamos juntos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Einstein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Pesquisa clínica reprodutível: modelo, versão e corpus fixados por estudo; benchmark cego PT-BR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Publicação com IA auditável; IP do modelo ajustado fica com o hospital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clínico adjudicado por especialistas; reprodutibilidade em 6 meses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São Luiz / Rede D'Or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à beira-leito e apoio a laudo com citação (protocolos e bulas vigentes)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tempo de busca; menos variação entre unidades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 por consulta de protocolo; taxa de abstenção correta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Notre Dame Intermédica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 em atenção primária: PCDT/SUS e linhas de cuidado padronizadas na rede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Padronização em centenas de unidades; custo por resposta baixo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Aderência a protocolo; custo por resposta aprovada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SulAmérica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Segunda opinião e auditoria de sinistro com evidência citável; API com cota por parceiro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defensável perante beneficiário e ANS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Concordância com auditor; trilha completa por decisão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5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CRM-SP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Referência ética: abstenção, sem diagnóstico autônomo, trilha por resposta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 público para IA médica no estado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1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Critérios de transparência e responsabilidade profissional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de validação; não pressupõem parceria, endosso ou disponibilidade de dados das instituições.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 de 90 dias, com métricas combinadas antes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tarefa definida pela instituição; revisores independentes; relatório de erros e custo ao final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0–30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Escopo e linha de 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 e coleção (ex.: PCDT + bulas); 200 perguntas reais anonimizadas; medir como a equipe responde hoje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20440" cy="502920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30–60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 cego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28803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do DoDr vs. baseline, revisadas sem saber a origem; casos de abstenção e de atualização de diretriz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50292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60–90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 e decisão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28803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 impacto clínico adjudicados; recall e fundamentação; tempo poupado; custo por resposta aprovada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liberação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▸"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Fundamentação: fração de afirmações realmente sustentadas pelo trecho citado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▸"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Abstenção: nem responder sem evidência, nem recusar quando há suporte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367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▸"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Clínica: erros graves não resolvidos bloqueiam a promoção — sem exceção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5367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▸"/>
            </a:pPr>
            <a:r>
              <a:rPr lang="en-US" sz="12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Privacidade: zero vazamento entre tenants, logs e cache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RAGMED §11 (dimensões de avaliação e critérios de liberação).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 por resposta — e por que a escala muda tudo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com a infraestrutura atual; o piloto substitui a estimativa por medição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737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US$ 0,03–0,12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8096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marginal por resposta com evidência, acima de ~25 mil respostas/mês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32918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pesa: </a:t>
            </a:r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GPU de excelência (≈ US$ 7 mil/mês) — por isso ela só entra em caso difícil.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pesa: </a:t>
            </a:r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rápida coberta por plano pré-pago; verificação em CPU no Brasil.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de lista: </a:t>
            </a:r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US$ 0,50 por resposta via API ou R$ 149/mês por profissional (500 respostas).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(ALIBABA-HEALTHTECH-2026-09.md §6.2), custos de infraestrutura da fatura de set/2026. Valores ilustrativos até a medição do piloto.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ainda não está provado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isso agora é parte do método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novos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Lingshu-32B e Baichuan-M3 estão em implantação; nenhum número de desempenho clínico foi medido ainda.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Coleção inicial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7432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PCDT, bulas Anvisa e SciELO estão em ingestão; cada documento entra com licença, versão e vigência revisadas.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pretendido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37033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à decisão e consulta a evidência. Não é dispositivo diagnóstico; qualquer uso regulado passa por CEP/CONEP e Anvisa.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63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Instituições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74720" y="4663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aqui pressupõe parceria, endosso ou dados de Einstein, Rede D'Or, Notre Dame, SulAmérica ou CRM-SP.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0" y="5669280"/>
            <a:ext cx="12188952" cy="54864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ativo que fica é o acervo autorizado, o benchmark clínico brasileiro e a trilha — os modelos são trocáveis.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DoDr · Confidencial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pedimos a cada instituição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45 min com a equipe clínica e de dados para escolher a tarefa do piloto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328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463040" y="253288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conjunta das métricas e dos limiares de liberação antes de qualquer resposta ser gerada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63040" y="328269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perguntas reais anonimizadas e dois revisores independentes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0325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463040" y="403250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 de confidencialidade e, se aplicável, protocolo ao CEP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823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463040" y="478231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90 dias: erros, abstenções, custo por resposta e recomendação de seguir ou parar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0" y="1783080"/>
            <a:ext cx="0" cy="3657600"/>
          </a:xfrm>
          <a:prstGeom prst="line">
            <a:avLst/>
          </a:prstGeom>
          <a:noFill/>
          <a:ln w="9525">
            <a:solidFill>
              <a:srgbClr val="3E6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182880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D3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BeansTech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dodr.ai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id.beanstech.com.br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contato@feijaojustech.com.br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Ximenes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DoDr — Medicina com evidência</dc:title>
  <dc:subject>PptxGenJS Presentation</dc:subject>
  <dc:creator>BeansTech</dc:creator>
  <cp:lastModifiedBy>BeansTech</cp:lastModifiedBy>
  <cp:revision>1</cp:revision>
  <dcterms:created xsi:type="dcterms:W3CDTF">2026-09-15T05:03:27Z</dcterms:created>
  <dcterms:modified xsi:type="dcterms:W3CDTF">2026-09-15T05:03:27Z</dcterms:modified>
</cp:coreProperties>
</file>