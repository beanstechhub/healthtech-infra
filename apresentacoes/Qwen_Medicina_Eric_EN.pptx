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Medicine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world's best models for clinical decision support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200 casos · 10 modelos · 23 especialidades · 2.000 avaliações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3657600" cy="0"/>
          </a:xfrm>
          <a:prstGeom prst="line">
            <a:avLst/>
          </a:prstGeom>
          <a:noFill/>
          <a:ln w="254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→ Alibaba Brazil (Eric) · Outubro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Benchmark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LLM test para medicina em língua portuguesa já realizado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clinical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4290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specialties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2.000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918972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evaluations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standard for all: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same temperature, same context. Evaluation by critical claim coverage.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Overall Ranking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fraction das critical claims from the gold standard present in the answer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4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Z.ai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Alibaba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 v4 Pro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Baichuan-M3-235B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própria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5486400"/>
            <a:ext cx="12188952" cy="82296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 outperforms GPT-6 Astra (US$ 50/M) e Claude Opus 5 (US$ 25/M) — the most expensive models on the market.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Multi-morbidity: Qwen excellence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hardest and most common scenario em hospitais brasileiros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— 2× better than any other model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Idosa 82 anos, 8 medicamentos, DRC aguda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Cirrose Child C com HCC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DM2 + ICC + DRC + desnutrição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7548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complexos, politratados, com interações medicamentosas — exatamente onde o Qwen 3.8-Max raciocina melhor.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Pulmonology: best of all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0,75 — 3× better than 2nd place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229600" cy="5486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Case: DPOC grave, VEF1 28%, exacerbador frequente. O Qwen 3.8-Max was the only one to indicate all management steps: triple therapy (LABA+LAMA+CSI), rehabilitation, vaccination, oxygen therapy and transplant evaluation.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Documented reasoning in 100% dos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cases with explicit clinical reasoning before the answer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1645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0" y="164592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3584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108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0" y="310896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584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21945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MedGemma-27B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86800" y="4572000"/>
            <a:ext cx="91440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matters: medical audit,  regulatory compliance LGPD/CFM, publishable clinical research.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Effective cost per 1.000 responses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0100" cy="73152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31620" y="1645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US$ 2.80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US$ 16.00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9144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0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US$ 32.00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 is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11× cheaper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GPT-6 Astra e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Claude Opus 5 — with superior quality.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Lingshu-32B (base Qwen2.5-VL): imagem médica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open model for multimodal medical VQA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743200"/>
                <a:gridCol w="1856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Lingshu-32B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389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modalities: RX · TC · RM · ultrassom · histopatologia · dermatoscopia · fundoscopia · OCT · endoscopia · microscopia · fotografia · PET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 to make Qwen the Nº 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concrete actions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Fine-tuning PT-BR medical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 in coverage com PCDT/bulas/diretrizes BR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Lingshu radiologia brasileira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World.s best RX model em PT com dados de hospitais parceiros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Qwen-Med dedicado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medical model (como MedGemma, mas aberto)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Qwen-Flash-Medical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Distilled version &lt;5s for triage in PS/UPA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Presença em São Paulo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&lt;15s (vs 36s at via Singapura)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Open validation program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study with partner hospitals and medical societies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and Contact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Qwen PT-BR medical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 Brazilian radiology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RX do mundo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Qwen Medical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 with MedGemma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Brazil presence (SP)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&lt;15s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program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4389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study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 3.8-Max in Medicine</dc:title>
  <dc:subject>PptxGenJS Presentation</dc:subject>
  <dc:creator>BeansTech</dc:creator>
  <cp:lastModifiedBy>BeansTech</cp:lastModifiedBy>
  <cp:revision>1</cp:revision>
  <dcterms:created xsi:type="dcterms:W3CDTF">2026-09-18T16:56:04Z</dcterms:created>
  <dcterms:modified xsi:type="dcterms:W3CDTF">2026-09-18T16:56:04Z</dcterms:modified>
</cp:coreProperties>
</file>