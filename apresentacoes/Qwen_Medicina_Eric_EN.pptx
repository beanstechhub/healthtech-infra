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 3.8-Max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Medicine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 the world's best models for clinical decision support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Benchmark: 200 casos · 10 modelos · 23 especialidades · 2.000 avaliações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5303520"/>
            <a:ext cx="3657600" cy="0"/>
          </a:xfrm>
          <a:prstGeom prst="line">
            <a:avLst/>
          </a:prstGeom>
          <a:noFill/>
          <a:ln w="25400">
            <a:solidFill>
              <a:srgbClr val="FF6A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486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Health → Alibaba Brazil (Eric) · Outubro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Benchmark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LLM test para medicina em língua portuguesa já realizado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clinical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2900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342900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tested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0936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630936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specialties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8972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2.000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918972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evaluations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474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standard for all: 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prompt, same temperature, same context. Evaluation by critical claim coverage.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3891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tested: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 (OpenAI) · Claude Opus 5 (Anthropic) · GLM-5.3 (Z.ai) · Qwen 3.8-Max (Alibaba) · DeepSeek v4 Pro · Kimi K3 (Moonshot) · Baichuan-M3-235B · AntAngelMed-100B · MedGemma-27B · Lingshu-32B (DAMO)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Overall Ranking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= fraction das critical claims from the gold standard present in the answer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200400"/>
                <a:gridCol w="1828800"/>
                <a:gridCol w="1828800"/>
                <a:gridCol w="231343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GLM-5.3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23,0s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Z.ai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3.8-Max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0,437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36,4s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Alibaba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 v4 Pro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Baichuan-M3-235B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0,392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 própria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0,377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Opus 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5486400"/>
            <a:ext cx="12188952" cy="822960"/>
          </a:xfrm>
          <a:prstGeom prst="rect">
            <a:avLst/>
          </a:prstGeom>
          <a:solidFill>
            <a:srgbClr val="F0F4FF"/>
          </a:solidFill>
          <a:ln w="12700">
            <a:solidFill>
              <a:srgbClr val="F0F4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 3.8-Max outperforms GPT-6 Astra (US$ 50/M) e Claude Opus 5 (US$ 25/M) — the most expensive models on the market.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Multi-morbidity: Qwen excellence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hardest and most common scenario em hospitais brasileiros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0,62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— 2× better than any other model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645920"/>
          <a:ext cx="65836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3.8-Max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Idosa 82 anos, 8 medicamentos, DRC aguda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Cirrose Child C com HCC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DM2 + ICC + DRC + desnutrição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47548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complexos, politratados, com interações medicamentosas — exatamente onde o Qwen 3.8-Max raciocina melhor.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Pulmonology: best of all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0,75 — 3× better than 2nd place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8229600" cy="54864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423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423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3246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069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4069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47548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Case: DPOC grave, VEF1 28%, exacerbador frequente. O Qwen 3.8-Max was the only one to indicate all management steps: triple therapy (LABA+LAMA+CSI), rehabilitation, vaccination, oxygen therapy and transplant evaluation.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Documented reasoning in 100% dos casos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cases with explicit clinical reasoning before the answer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0" y="1645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0" y="164592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435840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686800" y="237744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0" y="23774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0" y="3108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v4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686800" y="310896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35840" y="3108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0" y="3840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0" y="3840480"/>
            <a:ext cx="219456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97696" y="3840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MedGemma-27B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686800" y="4572000"/>
            <a:ext cx="91440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matters: medical audit,  regulatory compliance LGPD/CFM, publishable clinical research.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Effective cost per 1.000 responses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800100" cy="73152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31620" y="16459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US$ 2.80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457200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23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03520" y="2743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US$ 16.00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914400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875520" y="38404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US$ 32.00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5029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 is </a:t>
            </a:r>
            <a:pPr indent="0" marL="0">
              <a:buNone/>
            </a:pPr>
            <a:r>
              <a:rPr lang="en-US" sz="16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11× cheaper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o GPT-6 Astra e </a:t>
            </a:r>
            <a:pPr indent="0" marL="0">
              <a:buNone/>
            </a:pPr>
            <a:r>
              <a:rPr lang="en-US" sz="16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6× mais barato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o Claude Opus 5 — with superior quality.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Lingshu-32B (base Qwen2.5-VL): imagem médica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best open model for multimodal medical VQA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743200"/>
                <a:gridCol w="2743200"/>
                <a:gridCol w="185623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Benchmark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Lingshu-32B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GPT-4.1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Sonnet 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389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modalities: RX · TC · RM · ultrassom · histopatologia · dermatoscopia · fundoscopia · OCT · endoscopia · microscopia · fotografia · PET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 to make Qwen the Nº 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concrete actions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Fine-tuning PT-BR medical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90195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+15-20 pts in coverage com PCDT/bulas/diretrizes BR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62763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Lingshu radiologia brasileira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90195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World.s best RX model em PT com dados Einstein/Sírio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9067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Qwen-Med dedicado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3649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medical model (como MedGemma, mas aberto)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309067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Qwen-Flash-Medical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33649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Distilled version &lt;5s for triage in PS/UPA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55371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Presença em São Paulo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82803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&lt;15s (vs 36s at via Singapura)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455371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Validation with Einstein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92240" y="482803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study: 'Qwen validated for clinical decision in PT'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and Contact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737360" y="1463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Fine-tune Qwen PT-BR medical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035040" y="1463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0" y="1463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+15-20 pts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737360" y="21945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Lingshu Brazilian radiology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35040" y="2194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0" y="21945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 RX do mundo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2926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737360" y="2926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Qwen Medical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35040" y="29260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498080" y="2926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 with MedGemma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657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Brazil presence (SP)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35040" y="3657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meses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9808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&lt;15s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43891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73736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 validation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035040" y="43891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9808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 publication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48640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669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 Feijão · WhatsApp +55 11 92507-9058 · matheus@beanstech.com.br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 3.8-Max in Medicine</dc:title>
  <dc:subject>PptxGenJS Presentation</dc:subject>
  <dc:creator>BeansTech</dc:creator>
  <cp:lastModifiedBy>BeansTech</cp:lastModifiedBy>
  <cp:revision>1</cp:revision>
  <dcterms:created xsi:type="dcterms:W3CDTF">2026-09-18T16:21:31Z</dcterms:created>
  <dcterms:modified xsi:type="dcterms:W3CDTF">2026-09-18T16:21:31Z</dcterms:modified>
</cp:coreProperties>
</file>