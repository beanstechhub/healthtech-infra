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Medicine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2º melhor modelo do mundo para clinical decision support in Portuguese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Brazil (Eric) · Outubro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LLM test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clinical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specialties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evaluations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standard for all: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same temperature, same context. Evaluation by critical claim coverage.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Overall Ranking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fraction das critical claims from the gold standard present in the answer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 outperforms GPT-6 Astra (US$ 50/M) e Claude Opus 5 (US$ 25/M) — the most expensive models on the market.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Multi-morbidity: Qwen excellence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and most common scenario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better than any other model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64592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Pulmonology: best of all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better than 2nd place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Case: DPOC grave, VEF1 28%, exacerbador frequente. O Qwen 3.8-Max was the only one to indicate all management steps: triple therapy (LABA+LAMA+CSI), rehabilitation, vaccination, oxygen therapy and transplant evaluation.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reasoning in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cases with explicit clinical reasoning before the answer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medical audit,  regulatory compliance LGPD/CFM, publishable clinical research.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Effective cost per 1.000 responses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 is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cheaper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with superior quality.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open model for multimodal medical VQA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389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modalities: RX · TC · RM · ultrassom · histopatologia · dermatoscopia · fundoscopia · OCT · endoscopia · microscopia · fotografia · PET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 to make Qwen the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concrete actions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medical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in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World.s best RX model em PT com dados Einstein/Sírio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medical model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Distilled version &lt;5s for triage in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 (vs 36s at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Validation with Einstein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study: 'Qwen validated for clinical decision in PT'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and Contact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medical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Brazilian radiology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Qwen Medical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 with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Brazil presence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 validation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Joint publication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in Medicine</dc:title>
  <dc:subject>PptxGenJS Presentation</dc:subject>
  <dc:creator>BeansTech</dc:creator>
  <cp:lastModifiedBy>BeansTech</cp:lastModifiedBy>
  <cp:revision>1</cp:revision>
  <dcterms:created xsi:type="dcterms:W3CDTF">2026-09-18T16:19:19Z</dcterms:created>
  <dcterms:modified xsi:type="dcterms:W3CDTF">2026-09-18T16:19:19Z</dcterms:modified>
</cp:coreProperties>
</file>