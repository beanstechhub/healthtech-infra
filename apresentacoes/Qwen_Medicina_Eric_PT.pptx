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Medicina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melhores modelos do mundo para apoio à decisão clínica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Brasil (Eric) · Setembro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maior teste de LLMs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clínicos reais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testados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médicas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avaliações totais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régua para todos: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prompt, mesma temperatura, mesmo contexto. Avaliação por cobertura de afirmações críticas do gabarito.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avaliados: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 Geral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fração das afirmações críticas do gabarito presentes na resposta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Qwen 3.8-Max supera GPT-6 Astra e Claude Opus 5 — e, com ajustes de fine-tuning, se aperfeiçoará ainda mais.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Multi-morbidade: excelência do Qwen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cenário mais difícil e mais comum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melhor que qualquer outro modelo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3657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multi-morbidade é o teste mais difícil: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precisa raciocinar sobre interações medicamentosas, ajuste renal, hepático, e prioridades conflitantes. É onde a maioria dos modelos falha.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Pneumologia: melhor de todos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melhor que o segundo colocado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361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 0,75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63440" y="15361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D700"/>
                </a:solidFill>
              </a:rPr>
              <a:t>★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361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 0,25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2560320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633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 0,25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560320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633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 0,25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11091672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Caso: DPOC grave, VEF1 28%, exacerbador frequente.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4805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Qwen 3.8-Max foi o único a indicar todas as condutas: terapia tripla, reabilitação, vacinação, oxigenoterapia e avaliação para transplante.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0" y="4023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Significância: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DPOC afeta 6% dos brasileiros acima de 40. Perder um passo custa internações e mortalidade.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43600" y="48463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usamos: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portais com casos respiratórios. Modelo padrão para pneumologia.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Raciocínio documentado em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casos com raciocínio clínico explícito antes da resposta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importa: auditoria médica, conformidade LGPD/CFM, pesquisa clínica publicável.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 efetivo por 1.000 respostas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Qwen 3.8-Max é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com qualidade superior.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melhor modelo aberto para VQA médica multimodal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361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VQA-RAD (radiologia)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76,5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346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GPT-4.1: 65,0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361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SLAKE (radiologia)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89,2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50392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GPT-4.1: 72,2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633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(7 benchmarks)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66,6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3464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GPT-4.1: 63,4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256032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633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MIMIC-CXR (laudos)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67,1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50392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GPT-4.1: 57,1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11091672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modalidades: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RX · TC · RM · Ultrassom · Histopatologia · Dermatoscopia · Fundoscopia · OCT · Endoscopia · Microscopia · PET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47548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médico da DAMO Academy sobre Qwen2.5-VL — +10 pontos em benchmarks. O único modelo aberto que ganha do GPT-4.1 em VQA médica.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usamos: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exame.tech (imagem diagnóstica) e dodr.ai (multimodal). GPU própria — 19,2s por análise.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Sugestões para tornar o Qwen o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ações concretas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médico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em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modelo de RX do mundo em PT com dados de hospitais parceiros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médico oficial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destilada &lt;5s para triagem em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 (vs 36s atual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Programa de validação aberto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 com sociedades médicas e hospitais parceiros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e Contato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médico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radiologia BR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Medical dedicado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Competir com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Brasil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validação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Glossário de Termos Técnicos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consulta durante e após a apresentação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1790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463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1051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Fração das afirmações críticas do gabarito presente na resposta do modelo. Escala 0 a 1. Quanto maior, mais completa a resposta.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51790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463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Abstenção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81051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vezes o modelo disse corretamente 'não posso afirmar' quando não tinha evidência suficiente. Mais abstenção = mais segurança.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VQA (Visual Question Answering)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2278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responder perguntas sobre imagens. Em medicina: interpretar radiografias, TCs, fotografias clínicas.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93522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MoE (Mixture of Experts)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2278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onde apenas um subconjunto de 'especialistas' é ativado por token. Reduz custo computacional mantendo qualidade.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5254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documentado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6451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mostra o passo a passo do seu raciocínio clínico antes da resposta. Essencial para auditoria e conformidade.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435254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6451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adversarial: tentar deliberadamente fazer o modelo falhar ou produzir conteúdo perigoso. Mede a robustez de segurança.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na Medicina</dc:title>
  <dc:subject>PptxGenJS Presentation</dc:subject>
  <dc:creator>BeansTech</dc:creator>
  <cp:lastModifiedBy>BeansTech</cp:lastModifiedBy>
  <cp:revision>1</cp:revision>
  <dcterms:created xsi:type="dcterms:W3CDTF">2026-09-18T21:22:33Z</dcterms:created>
  <dcterms:modified xsi:type="dcterms:W3CDTF">2026-09-18T21:22:33Z</dcterms:modified>
</cp:coreProperties>
</file>