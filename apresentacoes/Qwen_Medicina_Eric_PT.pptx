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3.8-Max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Medicina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dos melhores modelos do mundo para apoio à decisão clínica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200 casos · 10 modelos · 23 especialidades · 2.000 avaliações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5303520"/>
            <a:ext cx="3657600" cy="0"/>
          </a:xfrm>
          <a:prstGeom prst="line">
            <a:avLst/>
          </a:prstGeom>
          <a:noFill/>
          <a:ln w="254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486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→ Alibaba Brasil (Eric) · Outubro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Benchmark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maior teste de LLMs para medicina em língua portuguesa já realizado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clínicos reais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342900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testados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30936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médicas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2.000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918972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avaliações totais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74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régua para todos: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prompt, mesma temperatura, mesmo contexto. Avaliação por cobertura de afirmações críticas do gabarito.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3891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avaliados: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 (OpenAI) · Claude Opus 5 (Anthropic) · GLM-5.3 (Z.ai) · Qwen 3.8-Max (Alibaba) · DeepSeek v4 Pro · Kimi K3 (Moonshot) · Baichuan-M3-235B · AntAngelMed-100B · MedGemma-27B · Lingshu-32B (DAMO)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Ranking Geral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= fração das afirmações críticas do gabarito presentes na resposta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  <a:gridCol w="1828800"/>
                <a:gridCol w="1828800"/>
                <a:gridCol w="231343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Provedor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GLM-5.3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Z.ai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Alibaba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 v4 Pro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Baichuan-M3-235B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 própria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5486400"/>
            <a:ext cx="12188952" cy="822960"/>
          </a:xfrm>
          <a:prstGeom prst="rect">
            <a:avLst/>
          </a:prstGeom>
          <a:solidFill>
            <a:srgbClr val="F0F4FF"/>
          </a:solidFill>
          <a:ln w="12700">
            <a:solidFill>
              <a:srgbClr val="F0F4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Qwen 3.8-Max supera GPT-6 Astra e Claude Opus 5 — e, com ajustes de fine-tuning, se aperfeiçoará ainda mais.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Multi-morbidade: excelência do Qwen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cenário mais difícil e mais comum em hospitais brasileiros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0,62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— 2× melhor que qualquer outro modelo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645920"/>
          <a:ext cx="6583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Idosa 82 anos, 8 medicamentos, DRC aguda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Cirrose Child C com HCC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DM2 + ICC + DRC + desnutrição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7548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complexos, politratados, com interações medicamentosas — exatamente onde o Qwen 3.8-Max raciocina melhor.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Pneumologia: melhor de todos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0,75 — 3× melhor que o segundo colocado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8229600" cy="54864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423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4069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Caso: DPOC grave, VEF1 28%, exacerbador frequente. O Qwen 3.8-Max foi o único a indicar todas as condutas: terapia tripla (LABA+LAMA+CSI), reabilitação, vacinação, oxigenoterapia e avaliação para transplante.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Raciocínio documentado em 100% dos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casos com raciocínio clínico explícito antes da resposta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0" y="1645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0" y="164592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3584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0" y="237744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3108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86800" y="310896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35840" y="3108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0" y="3840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3840480"/>
            <a:ext cx="219456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3840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MedGemma-27B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686800" y="4572000"/>
            <a:ext cx="91440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importa: auditoria médica, conformidade LGPD/CFM, pesquisa clínica publicável.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 efetivo por 1.000 respostas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00100" cy="73152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31620" y="16459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US$ 2.80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4572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23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0" y="2743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US$ 16.00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9144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875520" y="3840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US$ 32.00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5029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Qwen 3.8-Max é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11× mais barato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GPT-6 Astra e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 mais barato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Claude Opus 5 — com qualidade superior.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Lingshu-32B (base Qwen2.5-VL): imagem médica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melhor modelo aberto para VQA médica multimodal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743200"/>
                <a:gridCol w="2743200"/>
                <a:gridCol w="185623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Lingshu-32B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GPT-4.1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Sonnet 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389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modalidades: RX · TC · RM · ultrassom · histopatologia · dermatoscopia · fundoscopia · OCT · endoscopia · microscopia · fotografia · PET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Sugestões para tornar o Qwen o Nº 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ações concretas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Fine-tuning PT-BR médico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 em coverage com PCDT/bulas/diretrizes BR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Lingshu radiologia brasileira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modelo de RX do mundo em PT com dados Einstein/Sírio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Qwen-Med dedicado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médico oficial (como MedGemma, mas aberto)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Qwen-Flash-Medical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 destilada &lt;5s para triagem em PS/UPA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Presença em São Paulo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Latência &lt;15s (vs 36s atual via Singapura)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Validação com Einstein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publicado: 'Qwen validado para decisão clínica em PT'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e Contato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73736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Qwen PT-BR médico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35040" y="1463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73736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Lingshu radiologia BR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35040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RX do mundo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73736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Medical dedicado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35040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49808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Competir com MedGemma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657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Brasil (SP)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meses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Latência &lt;15s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4389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3736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Einstein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35040" y="43891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9808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Publicação conjunta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48640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669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 3.8-Max na Medicina</dc:title>
  <dc:subject>PptxGenJS Presentation</dc:subject>
  <dc:creator>BeansTech</dc:creator>
  <cp:lastModifiedBy>BeansTech</cp:lastModifiedBy>
  <cp:revision>1</cp:revision>
  <dcterms:created xsi:type="dcterms:W3CDTF">2026-09-18T16:19:19Z</dcterms:created>
  <dcterms:modified xsi:type="dcterms:W3CDTF">2026-09-18T16:19:19Z</dcterms:modified>
</cp:coreProperties>
</file>