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3.8-Max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Medicina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dos melhores modelos do mundo para apoio à decisão clínica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200 casos · 10 modelos · 23 especialidades · 2.000 avaliações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3657600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Health → Alibaba Brasil (Eric) · Outubro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Benchmark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maior teste de LLMs para medicina em língua portuguesa já realizado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clínicos reais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2900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testados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médicas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8972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918972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 totais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régua para todos: 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prompt, mesma temperatura, mesmo contexto. Avaliação por cobertura de afirmações críticas do gabarito.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avaliados: 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 (OpenAI) · Claude Opus 5 (Anthropic) · GLM-5.3 (Z.ai) · Qwen 3.8-Max (Alibaba) · DeepSeek v4 Pro · Kimi K3 (Moonshot) · Baichuan-M3-235B · AntAngelMed-100B · MedGemma-27B · Lingshu-32B (DAMO)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Geral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= fração das afirmações críticas do gabarito presentes na resposta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1828800"/>
                <a:gridCol w="1828800"/>
                <a:gridCol w="23134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Provedor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23,0s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Z.ai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3.8-Max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Alibaba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v4 Pro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37,4s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Baichuan-M3-235B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própria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GPT-6 Astra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486400"/>
            <a:ext cx="12188952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Qwen 3.8-Max supera GPT-6 Astra e Claude Opus 5 — e, com ajustes de fine-tuning, se aperfeiçoará ainda mais.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Multi-morbidade: excelência do Qwen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cenário mais difícil e mais comum em hospitais brasileiros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0,62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— 2× melhor que qualquer outro modelo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45920"/>
          <a:ext cx="65836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3.8-Max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GPT-6 Astra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Idosa 82 anos, 8 medicamentos, DRC aguda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Cirrose Child C com HCC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DM2 + ICC + DRC + desnutrição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7548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complexos, politratados, com interações medicamentosas — exatamente onde o Qwen 3.8-Max raciocina melhor.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Pneumologia: melhor de todos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0,75 — 3× melhor que o segundo colocado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229600" cy="5486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3.8-Max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Caso: DPOC grave, VEF1 28%, exacerbador frequente. O Qwen 3.8-Max foi o único a indicar todas as condutas: terapia tripla (LABA+LAMA+CSI), reabilitação, vacinação, oxigenoterapia e avaliação para transplante.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Raciocínio documentado em 100% dos casos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casos com raciocínio clínico explícito antes da resposta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3.8-Max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0" y="1645920"/>
            <a:ext cx="3657600" cy="4572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0" y="2377440"/>
            <a:ext cx="3657600" cy="4572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0" y="3108960"/>
            <a:ext cx="3657600" cy="4572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3840480"/>
            <a:ext cx="219456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MedGemma-27B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0" y="4572000"/>
            <a:ext cx="91440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importa: auditoria médica, conformidade LGPD/CFM, pesquisa clínica publicável.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 efetivo por 1.000 respostas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0100" cy="731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3.8-Max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162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US$ 2.80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US$ 16.00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US$ 32.00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Qwen 3.8-Max é </a:t>
            </a:r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11× mais barato</a:t>
            </a:r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o GPT-6 Astra e </a:t>
            </a:r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 mais barato</a:t>
            </a:r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o Claude Opus 5 — com qualidade superior.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Lingshu-32B (base Qwen2.5-VL): imagem médica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melhor modelo aberto para VQA médica multimodal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2743200"/>
                <a:gridCol w="18562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Lingshu-32B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modalidades: RX · TC · RM · ultrassom · histopatologia · dermatoscopia · fundoscopia · OCT · endoscopia · microscopia · fotografia · PET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Sugestões para tornar o Qwen o Nº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ações concretas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Fine-tuning PT-BR médico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+15-20 pts em coverage com PCDT/bulas/diretrizes BR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Lingshu radiologia brasileira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9019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modelo de RX do mundo em PT com dados Einstein/Sírio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Qwen-Med dedicado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3649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médico oficial (como MedGemma, mas aberto)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09067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Qwen-Flash-Medical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3649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 destilada &lt;5s para triagem em PS/UPA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Presença em São Paulo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8280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 &lt;15s (vs 36s atual via Singapura)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55371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Validação com Einstein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8280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publicado: 'Qwen validado para decisão clínica em PT'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e Contato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Qwen PT-BR médico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+15-20 pts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Lingshu radiologia BR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RX do mundo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Medical dedicado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meses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Competir com MedGemma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Brasil (SP)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Latência &lt;15s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Einstein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4389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Publicação conjunta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Feijão · WhatsApp +55 11 92507-9058 · matheus@beanstech.com.br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 3.8-Max na Medicina</dc:title>
  <dc:subject>PptxGenJS Presentation</dc:subject>
  <dc:creator>BeansTech</dc:creator>
  <cp:lastModifiedBy>BeansTech</cp:lastModifiedBy>
  <cp:revision>1</cp:revision>
  <dcterms:created xsi:type="dcterms:W3CDTF">2026-09-18T16:21:31Z</dcterms:created>
  <dcterms:modified xsi:type="dcterms:W3CDTF">2026-09-18T16:21:31Z</dcterms:modified>
</cp:coreProperties>
</file>