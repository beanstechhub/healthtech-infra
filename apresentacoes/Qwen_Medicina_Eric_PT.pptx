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Medicina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dos melhores modelos do mundo para apoio à decisão clínica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Brasil (Eric) · Outubro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maior teste de LLMs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clínicos reais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testados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médicas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avaliações totais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régua para todos: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prompt, mesma temperatura, mesmo contexto. Avaliação por cobertura de afirmações críticas do gabarito.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avaliados: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Ranking Geral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fração das afirmações críticas do gabarito presentes na resposta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Provedor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Qwen 3.8-Max supera GPT-6 Astra e Claude Opus 5 — e, com ajustes de fine-tuning, se aperfeiçoará ainda mais.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Multi-morbidade: excelência do Qwen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cenário mais difícil e mais comum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melhor que qualquer outro modelo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3657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multi-morbidade é o teste mais difícil: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modelo precisa raciocinar sobre interações medicamentosas, ajuste renal, hepático, e prioridades conflitantes. É onde a maioria dos modelos falha.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Pneumologia: melhor de todos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0,75 — 3× melhor que o segundo colocado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229600" cy="5486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Caso: DPOC grave, VEF1 28%, exacerbador frequente. O Qwen 3.8-Max foi o único a indicar todas as condutas: terapia tripla (LABA+LAMA+CSI), reabilitação, vacinação, oxigenoterapia e avaliação para transplante.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Raciocínio documentado em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casos com raciocínio clínico explícito antes da resposta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importa: auditoria médica, conformidade LGPD/CFM, pesquisa clínica publicável.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 efetivo por 1.000 respostas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Qwen 3.8-Max é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com qualidade superior.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(base Qwen2.5-VL): imagem médica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melhor modelo aberto para VQA médica multimodal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743200"/>
                <a:gridCol w="1856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Lingshu-32B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114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modalidades suportadas: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44805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RX · TC · RM · Ultrassom · Histopatologia · Dermatoscopia · Fundoscopia · OCT · Endoscopia · Microscopia · Fotografia · PET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Vantagem: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Lingshu foi treinado especificamente para medicina. O fine-tuning da DAMO Academy sobre a base Qwen2.5-VL acrescentou 10+ pontos em benchmarks médicos. É o único modelo aberto que ganha do GPT-4.1 em VQA médica.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Sugestões para tornar o Qwen o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ações concretas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médico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em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modelo de RX do mundo em PT com dados de hospitais parceiros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médico oficial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destilada &lt;5s para triagem em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 (vs 36s atual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Programa de validação aberto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publicado com sociedades médicas e hospitais parceiros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e Contato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médico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radiologia BR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Medical dedicado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Competir com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 Brasil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Latência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de validação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publicado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na Medicina</dc:title>
  <dc:subject>PptxGenJS Presentation</dc:subject>
  <dc:creator>BeansTech</dc:creator>
  <cp:lastModifiedBy>BeansTech</cp:lastModifiedBy>
  <cp:revision>1</cp:revision>
  <dcterms:created xsi:type="dcterms:W3CDTF">2026-09-18T16:55:39Z</dcterms:created>
  <dcterms:modified xsi:type="dcterms:W3CDTF">2026-09-18T16:55:39Z</dcterms:modified>
</cp:coreProperties>
</file>