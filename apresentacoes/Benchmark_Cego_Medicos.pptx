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Benchmark Cego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 de Modelos de IA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Apoio à Decisão Clínica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Convite para Revisão por Pares e Projeto em Parceria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casos clínicos · 9 modelos · 23 especialidades · revisão cega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Benchmark Cego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Proteção dos Seus Dados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a Lei Geral de Proteção de Dados (LGPD) — Lei 13.709/2018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Anonimização automática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nome, CRM e e-mail são usados apenas para registro de autoria da revisão. Nenhum dado pessoal seu é compartilhado com terceiros sem consentimento expresso.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517904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463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clínicos anônimos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181051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200 casos clínicos são anônimos ou sintéticos. Não contêm nome, CPF, prontuário ou qualquer identificador de paciente real.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35224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Direito ao esquecimento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22783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qualquer momento, você pode solicitar a exclusão dos seus dados de revisão. Basta um email para matheus@beanstech.com.br.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2935224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Finalidade específica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22783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Suas avaliações são usadas exclusivamente para validar a qualidade e segurança de ferramentas de IA médica. Nunca para treinamento, marketing ou venda.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352544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legal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64515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7º, IX da LGPD: legítimo interesse — avaliação de qualidade de ferramentas de saúde. Art. 11: dados sensíveis tratados com cautela reforçada.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4352544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64515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pode solicitar a qualquer momento: quais dados seus temos, como são usados, e com quem são compartilhados. Resposta em 15 dias.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Benchmark Cego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como Ferramenta de Apoio à Decisão Clínica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inteligência artificial é um meio. O médico é o fim. O paciente é o propósito.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128016" cy="128016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IA faz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21031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o raciocínio clínico: organiza o caso, sugere hipóteses, lista condutas, sinaliza o que precisa ser verificado antes de decidir.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128016" cy="128016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IA não faz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30632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diagnostica. Não prescreve autonomamente. Não substitui o exame físico, o julgamento clínico ou a relação médico-paciente.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78224"/>
            <a:ext cx="128016" cy="128016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23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médico faz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4023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Decide. A ferramenta apresenta o raciocínio documentado; o profissional avalia, valida, corrige e assina a conduta.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38344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983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avaliamos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4983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modelo: (1) responde corretamente, (2) se abstém quando não sabe, (3) nunca recomenda algo perigoso, (4) admite incerteza.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Benchmark Cego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a ferramenta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à decisão clínica — nunca diagnóstico autônomo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71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substitui o médico. O profissional descreve o caso, a ferramenta estrutura o raciocínio, o médico decide.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40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abstém quando não sabe. Se a evidência é insuficiente, a resposta é 'insufficient' — não um chute.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08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inventa dose. Quando não tem certeza, diz 'confirmar em bula/protocolo vigente'.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50792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auditável. Cada resposta tem modelo, versão, raciocínio, tokens, tempo e guardrail — tudo registrado.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919472"/>
            <a:ext cx="128016" cy="128016"/>
          </a:xfrm>
          <a:prstGeom prst="rect">
            <a:avLst/>
          </a:prstGeom>
          <a:solidFill>
            <a:srgbClr val="D97B1E"/>
          </a:solidFill>
          <a:ln w="12700">
            <a:solidFill>
              <a:srgbClr val="D97B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846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dados pessoais antes de qualquer processamento. Nome, CPF e telefone são removidos em São Paulo.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Benchmark Cego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NÃO 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diagnóstico autônomo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353312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280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substitui avaliação clínica presencial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68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usa dados de pacientes para treinamento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2542032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468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responde pacientes diretamente — é para uso profissional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0" y="3840480"/>
            <a:ext cx="12188952" cy="1371600"/>
          </a:xfrm>
          <a:prstGeom prst="rect">
            <a:avLst/>
          </a:prstGeom>
          <a:solidFill>
            <a:srgbClr val="EAF2F0"/>
          </a:solidFill>
          <a:ln w="12700">
            <a:solidFill>
              <a:srgbClr val="EAF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31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uso como ferramenta de apoio à decisão clínica é permitido e está alinhado com as discussões do CFM sobre uso responsável de tecnologia em telemedicina e saúde digital.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Referência: CFM Res. 1.821/2007 · CFM Nota Técnica sobre IA em saúde · LGPD art.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Benchmark Cego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Metodologia do Teste Cego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clínicos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2900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(A-I)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89720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1.797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18972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11091672" cy="0"/>
          </a:xfrm>
          <a:prstGeom prst="line">
            <a:avLst/>
          </a:prstGeom>
          <a:noFill/>
          <a:ln w="9525">
            <a:solidFill>
              <a:srgbClr val="CFDC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089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Cego: </a:t>
            </a:r>
            <a:pPr indent="0" marL="0">
              <a:buNone/>
            </a:pPr>
            <a:r>
              <a:rPr lang="en-US" sz="14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recebe 200 casos com respostas de 9 modelos (A até I), sem saber qual gerou cada resposta. Identidades reveladas após a revisão completa.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31089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Casos: </a:t>
            </a:r>
            <a:pPr indent="0" marL="0">
              <a:buNone/>
            </a:pPr>
            <a:r>
              <a:rPr lang="en-US" sz="14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clínicas reais com gabarito validado. Cada caso tem afirmações críticas e conteúdo proibido.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Duração: </a:t>
            </a:r>
            <a:pPr indent="0" marL="0">
              <a:buNone/>
            </a:pPr>
            <a:r>
              <a:rPr lang="en-US" sz="14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horas no total. Divida em sessões de 30-60 minutos. Pausar e continuar quando quiser.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Onde: </a:t>
            </a:r>
            <a:pPr indent="0" marL="0">
              <a:buNone/>
            </a:pPr>
            <a:r>
              <a:rPr lang="en-US" sz="14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teste.beanshealth.com.br/teste — plataforma online com formulário integrado.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Benchmark Cego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Avaliar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e objetivo — menos de 3 minutos por resposta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2286000"/>
                <a:gridCol w="20116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3749040"/>
            <a:ext cx="12188952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840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CLÍNICO GRAVE = BLOQUEADOR. </a:t>
            </a:r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qualquer modelo cometer erro grave, ele não passa para produção — independentemente da nota média.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Tempo: </a:t>
            </a:r>
            <a:pPr indent="0" marL="0">
              <a:buNone/>
            </a:pPr>
            <a:r>
              <a:rPr lang="en-US" sz="14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 por resposta · 1.797 avaliações · ~6h total · divisível em sessões.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resposta tem um campo de comentário opcional — sua observação clínica é valiosa.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Benchmark Cego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Preliminares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automática — sua revisão é o que transforma em prova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Abstenções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498080" y="13716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ler: 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= fração das afirmações críticas do gabarito presentes na resposta. A avaliação automática faz correspondência literal de texto — 'ventilação não invasiva' em vez de 'VNI' perde o ponto. Sua revisão corrige isso.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Abstenções = vezes que o modelo disse 'não posso afirmar' quando devia. Mais é melhor.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Benchmark Cego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Convite ao Einstein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de validação em parceria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97280" cy="640080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semanas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417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 prioritária, 200 casos reais anonimizados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097280" cy="640080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86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semanas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 avaliadas por 2 revisores independentes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1097280" cy="640080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semanas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Relatório: erro clínico, custo, recomendação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Einstein recebe: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co-autoria na metodologia (publicável), acesso à plataforma, benchmark exclusivo. </a:t>
            </a:r>
            <a:pPr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Einstein não cede: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dado de paciente, nada além de perguntas anonimizadas e tempo de revisão.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Benchmark Cego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Participar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Plataforma: </a:t>
            </a:r>
            <a:pPr indent="0" marL="0">
              <a:buNone/>
            </a:pPr>
            <a:r>
              <a:rPr lang="en-US" sz="1800" b="1" dirty="0">
                <a:solidFill>
                  <a:srgbClr val="D97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teste.beanshealth.com.br/teste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Conteúdo: </a:t>
            </a:r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casos · 9 modelos anônimos · formulário integrado · pausar/continuar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Prazo: </a:t>
            </a:r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 4 semanas ({~}6 horas, divisível em sessões de 30-60 min)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1091672" cy="0"/>
          </a:xfrm>
          <a:prstGeom prst="line">
            <a:avLst/>
          </a:prstGeom>
          <a:noFill/>
          <a:ln w="9525">
            <a:solidFill>
              <a:srgbClr val="CFDC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576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 </a:t>
            </a:r>
            <a:pPr indent="0" marL="0">
              <a:buNone/>
            </a:pPr>
            <a:r>
              <a:rPr lang="en-US" sz="1500" dirty="0">
                <a:solidFill>
                  <a:srgbClr val="18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identidade dos modelos é revelada apenas após a conclusão — para garantir avaliação isenta. Não consulte o gabarito antes de terminar.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91672" cy="0"/>
          </a:xfrm>
          <a:prstGeom prst="line">
            <a:avLst/>
          </a:prstGeom>
          <a:noFill/>
          <a:ln w="9525">
            <a:solidFill>
              <a:srgbClr val="CFDC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846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Matheus Feijão · WhatsApp +55 11 92507-9058 · matheus@beanstech.com.br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577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55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IA é sempre um meio. </a:t>
            </a:r>
            <a:pPr indent="0" marL="0">
              <a:buNone/>
            </a:pPr>
            <a:r>
              <a:rPr lang="en-US" sz="2000" b="1" i="1" dirty="0">
                <a:solidFill>
                  <a:srgbClr val="D97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médico decide. Sempre.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 Cego — Revisão Médica</dc:title>
  <dc:subject>PptxGenJS Presentation</dc:subject>
  <dc:creator>BeansTech Health</dc:creator>
  <cp:lastModifiedBy>BeansTech Health</cp:lastModifiedBy>
  <cp:revision>1</cp:revision>
  <dcterms:created xsi:type="dcterms:W3CDTF">2026-09-18T20:39:33Z</dcterms:created>
  <dcterms:modified xsi:type="dcterms:W3CDTF">2026-09-18T20:39:33Z</dcterms:modified>
</cp:coreProperties>
</file>