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 de Modelos de IA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Apoio à Decisão Clínica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D3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 para Revisão por Pares e Projeto em Parceria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clínicos · 9 modelos · 23 especialidades · revisão cega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a ferramenta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 à decisão clínica — nunca diagnóstico autônomo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54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o médico. O profissional descreve o caso, a ferramenta estrutura o raciocínio, o médico decide.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31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abstém quando não sabe. Se a evidência é insuficiente, a resposta é 'insufficient' — não um chute.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08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inventa dose. Quando não tem certeza, diz 'confirmar em bula/protocolo vigente'.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95935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886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auditável. Cada resposta tem modelo, versão, raciocínio, tokens, tempo e guardrail — tudo registrado.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dados pessoais antes de qualquer processamento. Nome, CPF e telefone são removidos em São Paulo.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NÃO 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45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diagnóstico autônomo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7190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avaliação clínica presencial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usa dados de pacientes para treinamento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responde pacientes diretamente — é para uso profissional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0" y="4572000"/>
            <a:ext cx="12188952" cy="914400"/>
          </a:xfrm>
          <a:prstGeom prst="rect">
            <a:avLst/>
          </a:prstGeom>
          <a:solidFill>
            <a:srgbClr val="EAF2F0"/>
          </a:solidFill>
          <a:ln w="12700">
            <a:solidFill>
              <a:srgbClr val="EAF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uso como ferramenta de apoio à decisão clínica é permitido e está alinhado com as discussões do CFM sobre uso responsável de tecnologia.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regulamentado: CFM reconhece o uso de ferramentas de IA como apoio, desde que o médico mantenha a decisão final e a responsabilidade profissional.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 do Teste Cego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(cegos: A-I)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1.800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para revisão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918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Cego: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recebe 200 casos com respostas de 9 modelos (Modelo A até Modelo I), sem saber qual modelo gerou cada resposta. Avalia cada resposta. As identidades são reveladas após a revisão completa.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e objetivo — menos de 3 minutos por caso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389120"/>
            <a:ext cx="12188952" cy="10972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480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CLÍNICO GRAVE = BLOQUEADOR.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qualquer modelo cometer erro grave em qualquer caso, ele não passa para produção — independentemente da nota média.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53949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estimado: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× 9 modelos = 1.800 respostas para avaliar. A ~2 minutos por resposta = ~6 horas. Você pode dividir em sessões.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Preliminares (avaliação automática)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— a sua revisão é o que transforma em prova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137160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avaliação automática mede </a:t>
            </a:r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correspondência literal de texto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Um modelo que diz 'ventilação não invasiva' em vez de 'VNI' perde o ponto. A revisão humana corrige isso.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Convite ao Einstein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validação em parceria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691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 prioritária, 200 casos reais anonimizados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606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semanas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avaliadas por 2 revisores independentes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Relatório: erro clínico, custo, recomendação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recebe: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co-autoria na metodologia (publicável), acesso à plataforma, benchmark exclusivo. </a:t>
            </a:r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cede: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dado de paciente, nada além de perguntas anonimizadas e tempo de revisão.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Participar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(privado — convite por email)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blind_package.json (200 casos + respostas cegas) · review_form.tsv (formulário)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sugerido: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 para revisão dos 200 casos (~3 min/caso = 10 horas)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abra </a:t>
            </a:r>
            <a:pPr indent="0" marL="0">
              <a:buNone/>
            </a:pPr>
            <a:r>
              <a:rPr lang="en-US" sz="1800" b="1" i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gabarito.json</a:t>
            </a:r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buNone/>
            </a:pPr>
            <a:r>
              <a:rPr lang="en-US" sz="1800" b="1" i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blind_key.json</a:t>
            </a:r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antes de terminar a revisão.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meio. </a:t>
            </a:r>
            <a:pPr indent="0" marL="0">
              <a:buNone/>
            </a:pPr>
            <a:r>
              <a:rPr lang="en-US" sz="1800" b="1" i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decide. Sempre.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 Cego — Revisão Médica</dc:title>
  <dc:subject>PptxGenJS Presentation</dc:subject>
  <dc:creator>BeansTech Health</dc:creator>
  <cp:lastModifiedBy>BeansTech Health</cp:lastModifiedBy>
  <cp:revision>1</cp:revision>
  <dcterms:created xsi:type="dcterms:W3CDTF">2026-09-18T16:55:22Z</dcterms:created>
  <dcterms:modified xsi:type="dcterms:W3CDTF">2026-09-18T16:55:22Z</dcterms:modified>
</cp:coreProperties>
</file>