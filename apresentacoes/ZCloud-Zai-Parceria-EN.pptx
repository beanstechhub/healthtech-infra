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67M+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domains, 6 frontier models, 67M+ indexed court decisions, identity + compliance infrastructure,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6 regulated verticals · shared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pldbr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verticals share the same model engine — adding GLM upgrades all simultaneously.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67M+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z.cloud, glm.cloud, ragjur.ai, ragmed.ai, dodr.ai, ativo.tech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0A1628"/>
                </a:solidFill>
              </a:rPr>
              <a:t>On Balance: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We recognize that another company could invest more capital. What cannot be replicated at any price: regulatory expertise, production infrastructure, sovereign land, premium domains, and a clinical benchmark that independently validated GLM. The partnership is balanced because each side contributes what money alone cannot buy.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(67M+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2026-09-17T01:24:45Z</dcterms:created>
  <dcterms:modified xsi:type="dcterms:W3CDTF">2026-09-17T01:24:45Z</dcterms:modified>
</cp:coreProperties>
</file>