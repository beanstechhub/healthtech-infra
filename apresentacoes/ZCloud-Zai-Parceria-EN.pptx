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 and AI infrastructure — 75 production domains, 6 frontier models in production, 77M+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 (z.cloud and glm.cloud: irreplaceable brand assets, live and owned) · 6 frontier models · 77M+ indexed court decisions · identity + compliance infrastructure ·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4 verticals + ativo.tech marketplace · shared infrastructure — one model engine upgrades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77M+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beans.credit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108192"/>
            <a:ext cx="11183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ativo.tech — the commercial engine: marketplace for cloud, AI, and token sales across all verticals · z.cloud as sovereign token infrastructure · one model engine (GLM) upgrades everything simultaneously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Revenue Challenge — And How This Partnership Solves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Building a complete, competitive ecosystem where every participant wins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Challenge Every AI Lab Faces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FFFFFF"/>
                </a:solidFill>
              </a:rPr>
              <a:t>Monetization gap vs R&amp;D spend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Frontier models cost hundreds of millions to train. API revenue alone rarely covers the burn. The industry is searching for sustainable business models.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Commoditization pressure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Free and near-free alternatives compress API pricing. Differentiation by quality alone is not enough — you need ecosystem lock-in and switching costs.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Geographic concentration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Most AI revenue flows through US and Chinese markets. Latin America — 650M people, US$ 8.2B in regulated sectors — remains underserved by sovereign AI infrastructure.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FFFFFF"/>
                </a:solidFill>
              </a:rPr>
              <a:t>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Running at the mercy of cloud provider GPU allocation creates a growth ceiling — and a cost structure that eats margins.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This Partnership Answers Each One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Ecosystem, not just API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partnership is not a reseller agreement. It is a joint venture that builds a complete ecosystem: model + infrastructure + identity + compliance + distribution + marketplace. Every layer creates switching costs and recurring revenue.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Sovereign infrastructure = zero compute dependency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The data centers solve the compute problem that constrains every AI company today. Owning sovereign GPU infrastructure with near-zero marginal energy cost means scaling to demand, not to third-party allocation. Every GPU-hour served becomes revenue, not cost.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Regulated markets = premium pricing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Healthcare, legal, and financial institutions pay for trust, not tokens. In sectors where a wrong answer has clinical or legal consequences, the premium is on auditability and abstinence — not on speed. GLM-5.3’s ethical behavior becomes a pricing moat.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5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50" b="1" dirty="0">
                <a:solidFill>
                  <a:srgbClr val="E8C847"/>
                </a:solidFill>
              </a:rPr>
              <a:t>LATAM = uncontested market</a:t>
            </a:r>
            <a:endParaRPr lang="en-US" sz="95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No other AI provider offers sovereign, regulated-market infrastructure in Latin America. First mover advantage in a 650M-person market with US$ 8.2B in addressable regulated spend.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(77M+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77M+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 (1-letter premium, live, irreplaceable) · glm.cloud (GLM-branded product domain, owned and ready) · ativo.tech · ragjur.ai · ragmed.ai · dodr.ai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C9A227"/>
                </a:solidFill>
              </a:rPr>
              <a:t>On the US$ 300M: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This is the value we place on this partnership — and on building it together with Z.ai specifically. It is not an amount we would accept from just any investor, regardless of size. The US$ 300M reflects what the combination of our sovereign infrastructure, regulatory expertise, and GLM’s quality is worth when built together — by partners who share the same principles. We are choosing Z.ai as much as Z.ai would be choosing us.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(77M+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2026-09-17T01:42:46Z</dcterms:created>
  <dcterms:modified xsi:type="dcterms:W3CDTF">2026-09-17T01:42:46Z</dcterms:modified>
</cp:coreProperties>
</file>