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55</c:v>
                </c:pt>
                <c:pt idx="2">
                  <c:v>108</c:v>
                </c:pt>
                <c:pt idx="3">
                  <c:v>187</c:v>
                </c:pt>
                <c:pt idx="4">
                  <c:v>279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Verticals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GPUs in Production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(infrastructure, regulatory expertise, distribution, domains) is already operational. BeansTech runs 16 GPUs, 6 frontier models, 8 medical portals, a complete compliance stack — and a clinical benchmark that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infrastructure — 16 GPUs, 6 models, 31 live health probes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6 regulated verticals · shared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integration mapped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8 portals live · 6 frontier models · anti-hallucination chain · clinical decision support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pldbr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analysis, Flash for volume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Marketplace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ativo.tech · z.cloud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Cloud &amp; AI marketplace in production · z.cloud pilot as sovereign token cloud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Global · US$ 11.9M/yr projected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236208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verticals share the same model engine — adding GLM upgrades all simultaneously.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US$ 643M cumulative revenue (5 years) → US$ 2.2B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(all verticals)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279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US$ 643M Revenue (5 years) → US$ 2.2B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2.1×  ·  Enterprise Value Multiple: 7.4×  ·  Year 5 Run-Rate: US$ 279M/year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partnership of equals, each bringing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16 GPUs, 6 models, 31 health probes, 8 portals — all live and auditable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z.cloud, glm.cloud, ragjur.ai, ragmed.ai, dodr.ai, ativo.tech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results.json, health.beanstech.com.br (31 live probes), private GitHub repository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US$ 643M revenue (5yr) · US$ 2.2B enterprise value at exit · 7.4×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2026-09-17T00:42:54Z</dcterms:created>
  <dcterms:modified xsi:type="dcterms:W3CDTF">2026-09-17T00:42:54Z</dcterms:modified>
</cp:coreProperties>
</file>