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62</c:v>
                </c:pt>
                <c:pt idx="2">
                  <c:v>142</c:v>
                </c:pt>
                <c:pt idx="3">
                  <c:v>268</c:v>
                </c:pt>
                <c:pt idx="4">
                  <c:v>420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Domains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is already operational: a multi-vertical platform spanning healthcare, legal, financial, real estate and AI infrastructure — 75 production domains, 6 frontier models in production, 77M+ court decisions indexed, sovereign identity and compliance infrastructure, and secured land for two data centers (one carbon-free). A clinical benchmark independently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Full-stack platform — 75 production domains (z.cloud and glm.cloud: irreplaceable brand assets, live and owned) · 6 frontier models · 77M+ indexed court decisions · identity + compliance infrastructure · 2 data center sites secured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 — a domain we own, a platform we built, a promise we are ready to fulfill —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Advantage: Sovereignty, Latency, and Compute at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 — eliminating the compute bottleneck that constrains every AI company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4 verticals + ativo.tech marketplace · shared infrastructure — one model engine upgrades all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 (+8 portals)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Clinical decision support · anti-hallucination chain · 6 frontier models · benchmark-validated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77M+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beans.credit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proptechbr.ai · 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proptechbr.ai as the vertical’s entry point and flagship AI portal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108192"/>
            <a:ext cx="11183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ativo.tech — the commercial engine: marketplace for cloud, AI, and token sales across all verticals · z.cloud as sovereign token infrastructure · one model engine (GLM) upgrades everything simultaneously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 — The Return Is Far Greater Than It Appears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US$ 943M cumulative revenue (5 years) → US$ 3.2B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(SaaS +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Sovereign Cloud (z.cloud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US$ 943M Revenue (5 years) → US$ 3.2B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3.1×  ·  Enterprise Value Multiple: 10.7×  ·  Year 5 Run-Rate: US$ 420M/year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Revenue Challenge — And How This Partnership Solves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Building a complete, competitive ecosystem where every participant wins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Challenge Every AI Lab Faces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FFFFFF"/>
                </a:solidFill>
              </a:rPr>
              <a:t>Monetization gap vs R&amp;D spend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Frontier models cost hundreds of millions to train. API revenue alone rarely covers the burn. The industry is searching for sustainable business models.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Commoditization pressure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Free and near-free alternatives compress API pricing. Differentiation by quality alone is not enough — you need ecosystem lock-in and switching costs.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Geographic concentration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Most AI revenue flows through US and Chinese markets. Latin America — 650M people, US$ 8.2B in regulated sectors — remains underserved by sovereign AI infrastructure.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Running at the mercy of cloud provider GPU allocation creates a growth ceiling — and a cost structure that eats margins.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This Partnership Answers Each 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Ecosystem, not just API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partnership is not a reseller agreement. It is a joint venture that builds a complete ecosystem: model + infrastructure + identity + compliance + distribution + marketplace. Every layer creates switching costs and recurring revenue.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Sovereign infrastructure = zero 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data centers solve the compute problem that constrains every AI company today. Owning sovereign GPU infrastructure with near-zero marginal energy cost means scaling to demand, not to third-party allocation. Every GPU-hour served becomes revenue, not cost.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Regulated markets = premium pricing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Healthcare, legal, and financial institutions pay for trust, not tokens. In sectors where a wrong answer has clinical or legal consequences, the premium is on auditability and abstinence — not on speed. GLM-5.3’s ethical behavior becomes a pricing moat.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LATAM = uncontested market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No other AI provider offers sovereign, regulated-market infrastructure in Latin America. First mover advantage in a 650M-person market with US$ 8.2B in addressable regulated spend.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Center: Not Just Infrastructure — A Revenue Multiplier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as a service, LATAM presence, and the elimination of the exhaust bottleneck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Revenue Streams from the Data Center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394960" cy="128016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C847"/>
                </a:solidFill>
              </a:rPr>
              <a:t>1. Compute-as-a-Service (GPU Cloud)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B0C4D4"/>
                </a:solidFill>
              </a:rPr>
              <a:t>Renting GPU capacity to AI companies, research institutions, and startups across LATAM. The same L20/H100 infrastructure that serves our models serves external clients during off-peak.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US$ 45M/yr (Year 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29184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2. Sovereign Cloud (z.cloud API)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Token-based API for regulated institutions that need GLM running in Brazilian territory. Financial, healthcare, legal — 1.75M+ professionals in Brazil alone.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US$ 60M/yr (Year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70916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3. Data Center Colocation (ZPE CE)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Rack space in the ZPE for companies needing Brazilian jurisdiction with submarine cable access. Same model as TikTok's Brazilian DC.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US$ 25M/yr (Year 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the Return Is Far Greater Than It Appears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0A1628"/>
                </a:solidFill>
              </a:rPr>
              <a:t>Eliminating the compute bottleneck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Every AI company today faces the same wall: GPU availability. The exhaust of computational capacity limits growth, forces queue management, and caps the number of users served. Owning sovereign infrastructure removes this ceiling entirely — we scale to demand, not to supply.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LATAM presence with competitive latency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The PB/CE data centers serve 400M+ Portuguese and Spanish speakers with latency that competes with US providers. No other AI infrastructure in Latin America offers this combination of sovereignty + performance + renewable energy.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The asset appreciates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Data centers, energy plants, and submarine cable access are appreciating infrastructure assets. The land is owned. The energy source is solar. The market for AI compute is growing 40%+ annually. This is not a cost — it is an investment that compounds.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Energy cost = near zero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Solar marginal cost approaches zero. Every GPU-hour served from PB costs less than any competitor running on grid power. This margin advantage compounds with scale.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(77M+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balanced partnership of equals — each side contributing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production domains across 4 verticals · 6 frontier models · 77M+ indexed decisions · identity + compliance stack · 2 data center sites (PB solar + CE ZPE)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 (1-letter premium, live, irreplaceable) · glm.cloud (GLM-branded product domain, owned and ready) · ativo.tech · ragjur.ai · ragmed.ai · dodr.ai · proptechbr.ai · pldbr.tech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5778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9A227"/>
                </a:solidFill>
              </a:rPr>
              <a:t>On the US$ 300M: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This is the value we place on this partnership — and on building it together with Z.ai specifically. It is not an amount we would accept from just any investor, regardless of size. The US$ 300M reflects what the combination of our sovereign infrastructure, regulatory expertise, and GLM’s quality is worth when built together — by partners who share the same principles. We are choosing Z.ai as much as Z.ai would be choosing us.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benchmark results (156 evaluations), health.beanstech.com.br (31 live probes), private GitHub, ragjur.ai (77M+ decisions), alirealty.com.br (production)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US$ 943M revenue (5yr) · US$ 3.2B enterprise value at exit · 10.7×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2026-09-17T21:44:19Z</dcterms:created>
  <dcterms:modified xsi:type="dcterms:W3CDTF">2026-09-17T21:44:19Z</dcterms:modified>
</cp:coreProperties>
</file>