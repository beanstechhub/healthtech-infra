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77M+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77M+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 — a domain we own, a platform we built, a promise we are ready to fulfill —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proptechbr.ai · 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proptechbr.ai as the vertical’s entry point and flagship AI portal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08192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(77M+ decisions) and ragmed.ai. Steward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77M+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 · proptechbr.ai · pldbr.tech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(77M+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2026-09-18T03:19:52Z</dcterms:created>
  <dcterms:modified xsi:type="dcterms:W3CDTF">2026-09-18T03:19:52Z</dcterms:modified>
</cp:coreProperties>
</file>