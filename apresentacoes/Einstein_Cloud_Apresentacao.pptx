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EINSTEIN.CLOUD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primeira nuvem médica privada e soberana do Brasil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657600"/>
            <a:ext cx="32004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ao Conselho Deliberativo · Hospital Israelita Albert Einstein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Health · Matheus Feijão · Outubro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Problema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barreiras para o uso de IA em saúde no Brasil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Dependência estrangeira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301752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APIs de OpenAI, Anthropic e Google processam texto clínico fora do Brasil. Risco jurídico e reputacional.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97680" y="164592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297680" y="2560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curadoria clínica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297680" y="301752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não treinados para PCDT, CID-10 BR, TUSS, medicamentos brasileiros, realidade do SUS.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46720" y="164592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8046720" y="2560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de transparência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046720" y="301752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médico não vê como o modelo chegou à conclusão. Sem trilha de auditoria. Sem raciocínio documentado.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Proposta: Einstein.Cloud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Einstein não consome uma nuvem de terceiros. O Einstein constrói e possui a sua.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12188952" cy="1280160"/>
          </a:xfrm>
          <a:prstGeom prst="rect">
            <a:avLst/>
          </a:prstGeom>
          <a:solidFill>
            <a:srgbClr val="E3ECF5"/>
          </a:solidFill>
          <a:ln w="12700">
            <a:solidFill>
              <a:srgbClr val="E3EC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52120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IA é sempre um </a:t>
            </a:r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meio</a:t>
            </a:r>
            <a:pPr indent="0" marL="0">
              <a:buNone/>
            </a:pPr>
            <a:r>
              <a:rPr lang="en-US" sz="1800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nunca um </a:t>
            </a:r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fim</a:t>
            </a:r>
            <a:pPr indent="0" marL="0">
              <a:buNone/>
            </a:pPr>
            <a:r>
              <a:rPr lang="en-US" sz="1800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A decisão clínica é sempre do profissional.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170078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645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 locais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19933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em São Paulo, sob controle do Einstein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170078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645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Raciocínio documentado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92240" y="19933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resposta com trilha de auditoria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07238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0175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33649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 de entrada e saída em toda interação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7920" y="307238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30175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Acervo curado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33649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PCDT, Anvisa, diretrizes + protocolos internos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Arquitetura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camadas, dado clínico em São Paulo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11091672" cy="1188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6459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do Médico · Pesquisa · Ensino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1031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0D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identidade SSO/MFA · anonimização automática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11091672" cy="1188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1089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de IA Clínica (GPU local)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0D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raciocínio · guardrails · abstenção · trilha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480560"/>
            <a:ext cx="11091672" cy="1188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572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de Evidência (acervo curado)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22960" y="50292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0D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PCDT · Anvisa · SciELO · protocolos Einstein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 art. 11: dados sensíveis · art. 37: trilha de operações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Fundamento: Benchmark de 200 casos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modelos, 23 especialidades, 2.000 avaliações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82296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645920"/>
                <a:gridCol w="1645920"/>
                <a:gridCol w="17373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Coverage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Abstenções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Velocidade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029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Descoberta-chave: </a:t>
            </a:r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modelo vence em especialidades diferentes. Não existe 'o melhor' — existe o melhor por domínio. A arquitetura correta é roteamento multi-modelo.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Segurança: todos falharam sem guardrail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0/10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recusaram espontaneamente prompts adversariais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0" y="16459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596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8000" dirty="0"/>
          </a:p>
        </p:txBody>
      </p:sp>
      <p:sp>
        <p:nvSpPr>
          <p:cNvPr id="8" name="Text 6"/>
          <p:cNvSpPr/>
          <p:nvPr/>
        </p:nvSpPr>
        <p:spPr>
          <a:xfrm>
            <a:off x="5943600" y="30175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ataques interceptados pelo Granite Guardian (guardrail dedicado)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4114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modelo generativo nunca é o guardrail. O guardrail é uma camada separada, dedicada, auditável.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Conformidade Regulatória Integral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0934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544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 art. 11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190195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sensíveis processados em GPU local; anonimização automática; consentimento específico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60934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5544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 art. 37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92240" y="190195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Trilha: modelo, versão, raciocínio, tokens, guardrail, timestamp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5526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004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CFM 1.821/07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354787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 de apoio; nunca diagnóstico autônomo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325526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32004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CEP/CONEP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354787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 com dados do Einstein somente mediante protocolo aprovado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Governança: Einstein é protagonista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914400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5720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BeansTech é mera coadjuvante. O Einstein lidera.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meses da definição à produção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1097280" cy="64008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5544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920240" y="16002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Definição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389120" y="16002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semanas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35040" y="16002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especialidade, casos, critérios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468880"/>
            <a:ext cx="1097280" cy="640080"/>
          </a:xfrm>
          <a:prstGeom prst="rect">
            <a:avLst/>
          </a:prstGeom>
          <a:solidFill>
            <a:srgbClr val="1B4B8F"/>
          </a:solidFill>
          <a:ln w="12700">
            <a:solidFill>
              <a:srgbClr val="1B4B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4688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920240" y="25146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389120" y="2514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semanas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035040" y="25146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especialidade, 200 casos cegos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383280"/>
            <a:ext cx="1097280" cy="640080"/>
          </a:xfrm>
          <a:prstGeom prst="rect">
            <a:avLst/>
          </a:prstGeom>
          <a:solidFill>
            <a:srgbClr val="1B4B8F"/>
          </a:solidFill>
          <a:ln w="12700">
            <a:solidFill>
              <a:srgbClr val="1B4B8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832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20240" y="34290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389120" y="34290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semanas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035040" y="34290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de validação clínica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4297680"/>
            <a:ext cx="1097280" cy="640080"/>
          </a:xfrm>
          <a:prstGeom prst="rect">
            <a:avLst/>
          </a:prstGeom>
          <a:solidFill>
            <a:srgbClr val="1B4B8F"/>
          </a:solidFill>
          <a:ln w="12700">
            <a:solidFill>
              <a:srgbClr val="1B4B8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4297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920240" y="4343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Produção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389120" y="43434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semanas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035040" y="43434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 clínico, integração prontuário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" y="5486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Investimento total Fase 0-3: ~R$ 530 mil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Visão: do Einstein para o Brasil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250 mil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médicos no SUS que poderiam usar a mesma ferramenta que o Einstein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943600" y="1645920"/>
            <a:ext cx="0" cy="3657600"/>
          </a:xfrm>
          <a:prstGeom prst="line">
            <a:avLst/>
          </a:prstGeom>
          <a:noFill/>
          <a:ln w="9525">
            <a:solidFill>
              <a:srgbClr val="3B506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64592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10% dos médicos do SUS usarem uma ferramenta que evita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erro grave por médico por ano</a:t>
            </a:r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32004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25.000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6400800" y="41148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pacientes protegidos anualmente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54864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SUS, cada erro evitado é uma vida melhor — ou salva.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é a BeansTech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2560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portais médicos em produção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42900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429000" y="2560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servidores GPU com 10+ modelos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6309360" y="2560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no maior benchmark LLM-médico da América Latina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8972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9189720" y="2560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camadas anti-alucinação em produção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65760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BeansTech não é uma empresa de IA. </a:t>
            </a:r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uma empresa de infraestrutura de segurança para IA em saúde. O nosso papel é construir os alicerces para que o Einstein — que tem o conhecimento clínico, os dados, os pacientes e a notoriedade — possa liderar.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Próximos Passos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463040" y="16459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Reunião de apresentação (45 min): demonstração da plataforma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463040" y="25603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Acordo de confidencialidade (NDA mútuo)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34747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463040" y="34747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Definição conjunta do piloto: especialidade, casos, revisores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43891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463040" y="43891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Protocolo ao CEP (se houver fine-tuning com dados do Einstein)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inteligência artificial é o meio.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2743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médico é o fim.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36576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paciente é o propósito.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5029200"/>
            <a:ext cx="32004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5303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github.com/beanstechhub/einstein-benchmark · Matheus Feijão · WhatsApp +55 11 92507-9058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5760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matheus@beanstech.com.br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Einstein.Cloud</dc:title>
  <dc:subject>PptxGenJS Presentation</dc:subject>
  <dc:creator>BeansTech Health</dc:creator>
  <cp:lastModifiedBy>BeansTech Health</cp:lastModifiedBy>
  <cp:revision>1</cp:revision>
  <dcterms:created xsi:type="dcterms:W3CDTF">2026-09-18T16:05:12Z</dcterms:created>
  <dcterms:modified xsi:type="dcterms:W3CDTF">2026-09-18T16:05:12Z</dcterms:modified>
</cp:coreProperties>
</file>