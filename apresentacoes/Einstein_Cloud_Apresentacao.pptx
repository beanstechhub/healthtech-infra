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EINSTEIN.CLOUD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B9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nuvem médica privada e soberana do Brasil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ao Conselho Deliberativo · Hospital Israelita Albert Einstein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· Matheus Feijão · Outubro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barreiras para o uso de IA em saúde no Brasil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Dependência estrangeira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APIs de OpenAI, Anthropic e Google processam texto clínico fora do Brasil. Risco jurídico e reputacional.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9768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curadoria clínica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9768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não treinados para PCDT, CID-10 BR, TUSS, medicamentos brasileiros, realidade do SUS.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04672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transparência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04672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médico não vê como o modelo chegou à conclusão. Sem trilha de auditoria. Sem raciocínio documentado.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Proposta: Einstein.Cloud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consome uma nuvem de terceiros. O Einstein constrói e possui a sua.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12188952" cy="1280160"/>
          </a:xfrm>
          <a:prstGeom prst="rect">
            <a:avLst/>
          </a:prstGeom>
          <a:solidFill>
            <a:srgbClr val="E3ECF5"/>
          </a:solidFill>
          <a:ln w="12700">
            <a:solidFill>
              <a:srgbClr val="E3EC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meio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nunca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fim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decisão clínica é sempre do profissional.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locais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em São Paulo, sob controle do Einstein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documentado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com trilha de auditoria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entrada e saída em toda interação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curado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PCDT, Anvisa, diretrizes + protocolos internos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camadas, dado clínico em São Paulo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Médico · Pesquisa · Ensino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SSO/MFA · anonimização automática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IA Clínica (GPU local)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· guardrails · abstenção · trilha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Evidência (acervo curado)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 · Anvisa · SciELO · protocolos Einstein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11: dados sensíveis · art. 37: trilha de operações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Fundamento: Benchmark de 200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modelos, 23 especialidades, 2.000 avaliações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Coverage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Abstenções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Velocidade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4632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5029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Descoberta-chave: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modelo vence em especialidades diferentes — não existe 'o melhor'.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48640" y="55778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arquitetura: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roteamento multi-modelo por especialidade.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0" y="5029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modelos falharam. Granite Guardian: 100%.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858000" y="5577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SP: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US$ 6.000/mês ativos cobrindo toda a API.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0" y="6035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PII removida antes de qualquer modelo. Trilha completa LGPD.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Segurança: todos falharam sem guardrail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0/10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recusaram espontaneamente prompts adversariais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94360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ataques interceptados pelo Granite Guardian (guardrail dedicado)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modelo generativo nunca é o guardrail. O guardrail é uma camada separada, dedicada, auditável.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Conformidade Regulatória Integral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sensíveis processados em GPU local; anonimização automática; consentimento específico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37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Trilha: modelo, versão, raciocínio, tokens, guardrail, timestamp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CFM 1.821/07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 de apoio; nunca diagnóstico autônomo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CEP/CONEP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com dados do Einstein somente mediante protocolo aprovado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Governança: Einstein é protagonista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200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47548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BeansTech é mera coadjuvante.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Einstein lidera.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53035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que ficam com o Einstein: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modelos usar, quando atualizar, quais dados usar para fine-tuning, quando suspender.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5486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que ficam com a BeansTech: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infraestrutura, disponibilidade, monitoramento, manutenção.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59436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Einstein.Cloud não é um produto da BeansTech — é uma plataforma do Einstein, construída com apoio técnico da BeansTech. A marca, a governança e os dados são do Einstein.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meses da definição à produção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semanas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600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especialidade, casos, critérios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38912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514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especialidade, 200 casos cegos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89120" y="3429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semanas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3429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validação clínica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920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38912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35040" y="4343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clínico, integração prontuário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total Fase 0-3: ~R$ 530 mil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Visão: do Einstein para o Brasil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mil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no SUS que poderiam usar a mesma ferramenta que o Einstein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0" y="1645920"/>
            <a:ext cx="0" cy="3657600"/>
          </a:xfrm>
          <a:prstGeom prst="line">
            <a:avLst/>
          </a:prstGeom>
          <a:noFill/>
          <a:ln w="9525">
            <a:solidFill>
              <a:srgbClr val="3B5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10% dos médicos do SUS usarem uma ferramenta que evita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erro grave por médico por ano</a:t>
            </a:r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25.000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4008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protegidos anualmente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SUS, cada erro evitado é uma vida melhor — ou salva.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a BeansTech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portais médicos em produção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servidores GPU com 10+ modelos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no maior benchmark LLM-médico da América Latina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camadas anti-alucinação em produção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6576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não é uma empresa de IA.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empresa de infraestrutura de segurança para IA em saúde. O nosso papel é construir os alicerces para que o Einstein — que tem o conhecimento clínico, os dados, os pacientes e a notoriedade — possa liderar.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6304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Reunião de apresentação (45 min): demonstração da plataforma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Acordo de confidencialidade (NDA mútuo)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463040" y="34747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Definição conjunta do piloto: especialidade, casos, revisores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463040" y="4389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Protocolo ao CEP (se houver fine-tuning com dados do Einstein)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do benchmark: github.com/beanstechhub/einstein-benchmark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· 9 modelos anônimos · acesso mediante convite · 2 semanas para revisão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inteligência artificial é o meio.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é o fim.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paciente é o propósito.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50292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663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github.com/beanstechhub/einstein-benchmark · Matheus Feijão · WhatsApp +55 11 92507-9058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Einstein para o Brasil: impacto em milhões de vidas.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matheus@beanstech.com.br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Einstein.Cloud</dc:title>
  <dc:subject>PptxGenJS Presentation</dc:subject>
  <dc:creator>BeansTech Health</dc:creator>
  <cp:lastModifiedBy>BeansTech Health</cp:lastModifiedBy>
  <cp:revision>1</cp:revision>
  <dcterms:created xsi:type="dcterms:W3CDTF">2026-09-18T20:40:10Z</dcterms:created>
  <dcterms:modified xsi:type="dcterms:W3CDTF">2026-09-18T20:40:10Z</dcterms:modified>
</cp:coreProperties>
</file>