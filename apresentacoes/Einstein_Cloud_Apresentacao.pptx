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Outubro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 — o maior teste de LLM para medicina em PT-BR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645920"/>
                <a:gridCol w="1188720"/>
                <a:gridCol w="1764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4864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Descoberta-chave: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 — não existe 'o melhor'. A arquitetura correta é roteamento multi-modelo por especialidade.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falharam. Granite Guardian: 100%.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0" y="5943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SPs ativos: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US$ 6.000/mês cobrindo API.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é coadjuvante na engenharia. O Einstein lidera na ciência, ética e decisão.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100584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36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científica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3440" y="15361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clínica, protocolos, acervo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03520" cy="100584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36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de ética (CEP)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332720" y="15361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de fine-tuning e casos de uso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03520" cy="100584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770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de modelos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27706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108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usar, quando atualizar, quando suspender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697480"/>
            <a:ext cx="5303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770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332720" y="27706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GPU, rede, manutenção, disponibilidade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5303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0050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24×7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63440" y="400507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4343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técnico e SLA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Einstein.Cloud </a:t>
            </a:r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plataforma do Einstein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construída com apoio técnico da BeansTech. A marca, a governança e os dados são do Einstein.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do benchmark: github.com/beanstechhub/einstein-benchmark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acesso mediante convite · 2 semanas para revisão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Einstein para o Brasil: impacto em milhões de vidas.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2026-09-18T20:53:15Z</dcterms:created>
  <dcterms:modified xsi:type="dcterms:W3CDTF">2026-09-18T20:53:15Z</dcterms:modified>
</cp:coreProperties>
</file>