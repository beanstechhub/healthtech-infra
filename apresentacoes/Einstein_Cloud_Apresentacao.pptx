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9377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diferentes. Não existe 'o melhor' — existe o melhor por domínio.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correta: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roteamento multi-modelo por especialidade — cada pergunta vai ao especialista certo.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937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10/10 modelos falharam sem guardrail. Granite Guardian: 100% interceptado.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General-purpose + LLM Inference: US$ 6.000/mês em SPs ativos cobrindo API.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754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BeansTech é mera coadjuvante.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Einstein lidera.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o Einstein: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modelos usar, quando atualizar, quais dados usar para fine-tuning, quando suspender.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a BeansTech: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infraestrutura, disponibilidade, monitoramento, manutenção.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2026-09-18T16:55:21Z</dcterms:created>
  <dcterms:modified xsi:type="dcterms:W3CDTF">2026-09-18T16:55:21Z</dcterms:modified>
</cp:coreProperties>
</file>